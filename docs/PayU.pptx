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17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3369" y="2276730"/>
            <a:ext cx="310896" cy="310896"/>
          </a:xfrm>
          <a:prstGeom prst="ellipse">
            <a:avLst/>
          </a:prstGeom>
          <a:solidFill>
            <a:srgbClr val="3FCCB3"/>
          </a:solidFill>
          <a:ln/>
        </p:spPr>
      </p:sp>
      <p:sp>
        <p:nvSpPr>
          <p:cNvPr id="3" name="Text 1"/>
          <p:cNvSpPr/>
          <p:nvPr/>
        </p:nvSpPr>
        <p:spPr>
          <a:xfrm>
            <a:off x="422452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74236" y="209397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3081276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contractor payment streaming, built on Arc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62356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3FC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ARC HACKATHON  ·  DEFI TRACK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PayU — Mạnh Tạ (Lead)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in arrears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wait for a fixed payday even though the work was completed day by day.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Locked-up treasury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hold an entire budget idle in a wallet until the payment date, instead of putting it to work.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617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that doesn't scale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5029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(Sablier, Superfluid) run on chains with volatile gas — small, frequent withdrawals become uneconomical. Fees eat the payout.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PayU is a programmable treasury on Arc.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USDC to each contractor, every second, at a configured rate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withdraw whatever has accrued, anytime — even several times a day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stay negligible even for frequent micro-withdrawals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371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treasury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(USDC locked on Arc)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260604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2606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(USDC / second)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38404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3840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wallet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(withdraw anytime)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16568" y="2267712"/>
            <a:ext cx="329184" cy="256032"/>
          </a:xfrm>
          <a:prstGeom prst="downArrow">
            <a:avLst/>
          </a:prstGeom>
          <a:solidFill>
            <a:srgbClr val="5B9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16568" y="3502152"/>
            <a:ext cx="329184" cy="256032"/>
          </a:xfrm>
          <a:prstGeom prst="downArrow">
            <a:avLst/>
          </a:prstGeom>
          <a:solidFill>
            <a:srgbClr val="5B9B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Arc — not just any chain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24406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365760" cy="36576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6642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USDC-denominated gas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predictable fees — no volatile gas-token math when planning treasury spend.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24406E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737360"/>
            <a:ext cx="365760" cy="36576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68312" y="16642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Sub-second finality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9672" y="2240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Withdrawals confirm instantly; contractors see updated balances without waiting for reorgs.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24406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5387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Multi-stablecoin (USDC + EURC)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Eurozone contractors natively in EURC via App Kit Swap.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33375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2440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9672" y="3611880"/>
            <a:ext cx="365760" cy="36576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68312" y="35387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EVM compatibility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19672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Solidity, Foundry, and viem work unchanged — no new tooling to learn.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84248" y="1325880"/>
            <a:ext cx="512064" cy="51206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4" name="Text 2"/>
          <p:cNvSpPr/>
          <p:nvPr/>
        </p:nvSpPr>
        <p:spPr>
          <a:xfrm>
            <a:off x="1984248" y="1325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once, then create a single stream or a CSV batch. Funds lock into StreamManager; ratePerSecond is derived on-chain from amount / duration.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50208" y="3081528"/>
            <a:ext cx="438912" cy="329184"/>
          </a:xfrm>
          <a:prstGeom prst="rightArrow">
            <a:avLst/>
          </a:prstGeom>
          <a:solidFill>
            <a:srgbClr val="5B9BFF"/>
          </a:solidFill>
          <a:ln/>
        </p:spPr>
      </p:sp>
      <p:sp>
        <p:nvSpPr>
          <p:cNvPr id="9" name="Shape 7"/>
          <p:cNvSpPr/>
          <p:nvPr/>
        </p:nvSpPr>
        <p:spPr>
          <a:xfrm>
            <a:off x="5843016" y="1325880"/>
            <a:ext cx="512064" cy="51206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0" name="Text 8"/>
          <p:cNvSpPr/>
          <p:nvPr/>
        </p:nvSpPr>
        <p:spPr>
          <a:xfrm>
            <a:off x="5843016" y="1325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98848" y="201168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73168" y="28803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accrues every second. The dashboard reads it straight from on-chain events and state — no separate indexer to run or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08976" y="3081528"/>
            <a:ext cx="438912" cy="329184"/>
          </a:xfrm>
          <a:prstGeom prst="rightArrow">
            <a:avLst/>
          </a:prstGeom>
          <a:solidFill>
            <a:srgbClr val="5B9B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701784" y="1325880"/>
            <a:ext cx="512064" cy="512064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6" name="Text 14"/>
          <p:cNvSpPr/>
          <p:nvPr/>
        </p:nvSpPr>
        <p:spPr>
          <a:xfrm>
            <a:off x="9701784" y="1325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57616" y="201168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31936" y="28803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withdraws directly, or signs an EIP-712 message and lets PayU's relayer submit it — gas deducted from the payout, not their pocket.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66360" cy="4572000"/>
          </a:xfrm>
          <a:prstGeom prst="roundRect">
            <a:avLst>
              <a:gd name="adj" fmla="val 1600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dashboard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2217420" cy="685800"/>
          </a:xfrm>
          <a:prstGeom prst="roundRect">
            <a:avLst>
              <a:gd name="adj" fmla="val 8000"/>
            </a:avLst>
          </a:prstGeom>
          <a:solidFill>
            <a:srgbClr val="2E4F8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76272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balance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404872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$12,450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4700" y="2103120"/>
            <a:ext cx="2217420" cy="685800"/>
          </a:xfrm>
          <a:prstGeom prst="roundRect">
            <a:avLst>
              <a:gd name="adj" fmla="val 8000"/>
            </a:avLst>
          </a:prstGeom>
          <a:solidFill>
            <a:srgbClr val="2E4F82"/>
          </a:solidFill>
          <a:ln/>
        </p:spPr>
      </p:sp>
      <p:sp>
        <p:nvSpPr>
          <p:cNvPr id="9" name="Text 7"/>
          <p:cNvSpPr/>
          <p:nvPr/>
        </p:nvSpPr>
        <p:spPr>
          <a:xfrm>
            <a:off x="3451860" y="2176272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streams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1860" y="2404872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2217420" cy="685800"/>
          </a:xfrm>
          <a:prstGeom prst="roundRect">
            <a:avLst>
              <a:gd name="adj" fmla="val 8000"/>
            </a:avLst>
          </a:prstGeom>
          <a:solidFill>
            <a:srgbClr val="2E4F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99232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this month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3227832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$873.65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14700" y="2926080"/>
            <a:ext cx="2217420" cy="685800"/>
          </a:xfrm>
          <a:prstGeom prst="roundRect">
            <a:avLst>
              <a:gd name="adj" fmla="val 8000"/>
            </a:avLst>
          </a:prstGeom>
          <a:solidFill>
            <a:srgbClr val="2E4F82"/>
          </a:solidFill>
          <a:ln/>
        </p:spPr>
      </p:sp>
      <p:sp>
        <p:nvSpPr>
          <p:cNvPr id="15" name="Text 13"/>
          <p:cNvSpPr/>
          <p:nvPr/>
        </p:nvSpPr>
        <p:spPr>
          <a:xfrm>
            <a:off x="3451860" y="2999232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1860" y="3227832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Tran · Frontend 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$1,200/mo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C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Nguyen · Designer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4251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$800/mo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251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C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Le · Content writer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754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$600/mo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754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soon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56052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 from StreamCreated events on Arc — no custom backend database.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91072" y="1417320"/>
            <a:ext cx="5166360" cy="4572000"/>
          </a:xfrm>
          <a:prstGeom prst="roundRect">
            <a:avLst>
              <a:gd name="adj" fmla="val 1600"/>
            </a:avLst>
          </a:prstGeom>
          <a:solidFill>
            <a:srgbClr val="16294A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1645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Contractor withdraw portal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65392" y="22402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withdraw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262432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$410.25</a:t>
            </a:r>
            <a:endParaRPr lang="en-US" sz="3800" dirty="0"/>
          </a:p>
        </p:txBody>
      </p:sp>
      <p:sp>
        <p:nvSpPr>
          <p:cNvPr id="31" name="Shape 29"/>
          <p:cNvSpPr/>
          <p:nvPr/>
        </p:nvSpPr>
        <p:spPr>
          <a:xfrm>
            <a:off x="6565392" y="3291840"/>
            <a:ext cx="4617720" cy="109728"/>
          </a:xfrm>
          <a:prstGeom prst="roundRect">
            <a:avLst>
              <a:gd name="adj" fmla="val 50000"/>
            </a:avLst>
          </a:prstGeom>
          <a:solidFill>
            <a:srgbClr val="24406E"/>
          </a:solidFill>
          <a:ln/>
        </p:spPr>
      </p:sp>
      <p:sp>
        <p:nvSpPr>
          <p:cNvPr id="32" name="Shape 30"/>
          <p:cNvSpPr/>
          <p:nvPr/>
        </p:nvSpPr>
        <p:spPr>
          <a:xfrm>
            <a:off x="6565392" y="3291840"/>
            <a:ext cx="1570025" cy="109728"/>
          </a:xfrm>
          <a:prstGeom prst="roundRect">
            <a:avLst>
              <a:gd name="adj" fmla="val 50000"/>
            </a:avLst>
          </a:prstGeom>
          <a:solidFill>
            <a:srgbClr val="5B9B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34747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30 days elapsed · $1,200 total stream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65392" y="40233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5B9BFF"/>
          </a:solidFill>
          <a:ln/>
        </p:spPr>
      </p:sp>
      <p:sp>
        <p:nvSpPr>
          <p:cNvPr id="35" name="Text 33"/>
          <p:cNvSpPr/>
          <p:nvPr/>
        </p:nvSpPr>
        <p:spPr>
          <a:xfrm>
            <a:off x="6565392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22792" y="40233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6294A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22792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C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(gasless)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65392" y="47548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withdrawals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65392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28 · week 2 payout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57232" y="5074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$140.00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65392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21 · week 1 payout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857232" y="5394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$140.00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safeguards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3FCCB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Reentrancy guard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Checks-effects-interactions on every withdrawal path.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3FCCB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651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gasless withdrawals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authorization, replay-protected by an on-chain nonce.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3FCCB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Relayer fee cap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297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relayer can never deduct more than 0.05 USDC per withdrawal.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5352" y="1463040"/>
            <a:ext cx="365760" cy="365760"/>
          </a:xfrm>
          <a:prstGeom prst="ellipse">
            <a:avLst/>
          </a:prstGeom>
          <a:solidFill>
            <a:srgbClr val="3FCCB3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48272" y="1417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whitelist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8272" y="1828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pre-approved USDC / EURC contracts can fund a stream.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2697480"/>
            <a:ext cx="365760" cy="365760"/>
          </a:xfrm>
          <a:prstGeom prst="ellipse">
            <a:avLst/>
          </a:prstGeom>
          <a:solidFill>
            <a:srgbClr val="3FCCB3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48272" y="2651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freeze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48272" y="30632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balance locks at the cancel timestamp — a contractor never loses accrued funds.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45352" y="3931920"/>
            <a:ext cx="365760" cy="365760"/>
          </a:xfrm>
          <a:prstGeom prst="ellipse">
            <a:avLst/>
          </a:prstGeom>
          <a:solidFill>
            <a:srgbClr val="3FCCB3"/>
          </a:solidFill>
          <a:ln/>
        </p:spPr>
      </p:sp>
      <p:sp>
        <p:nvSpPr>
          <p:cNvPr id="24" name="Text 22"/>
          <p:cNvSpPr/>
          <p:nvPr/>
        </p:nvSpPr>
        <p:spPr>
          <a:xfrm>
            <a:off x="624535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48272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Pre-flight verification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48272" y="4297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relayer re-checks the signature and balance off-chain first, so a stale request fails fast instead of wasting a doomed transaction.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77340" y="173736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4" name="Text 2"/>
          <p:cNvSpPr/>
          <p:nvPr/>
        </p:nvSpPr>
        <p:spPr>
          <a:xfrm>
            <a:off x="15773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44952" y="3191256"/>
            <a:ext cx="420624" cy="292608"/>
          </a:xfrm>
          <a:prstGeom prst="rightArrow">
            <a:avLst/>
          </a:prstGeom>
          <a:solidFill>
            <a:srgbClr val="5B9BFF"/>
          </a:solidFill>
          <a:ln/>
        </p:spPr>
      </p:sp>
      <p:sp>
        <p:nvSpPr>
          <p:cNvPr id="8" name="Shape 6"/>
          <p:cNvSpPr/>
          <p:nvPr/>
        </p:nvSpPr>
        <p:spPr>
          <a:xfrm>
            <a:off x="4475988" y="173736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9" name="Text 7"/>
          <p:cNvSpPr/>
          <p:nvPr/>
        </p:nvSpPr>
        <p:spPr>
          <a:xfrm>
            <a:off x="447598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38728" y="237744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3774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3191256"/>
            <a:ext cx="420624" cy="292608"/>
          </a:xfrm>
          <a:prstGeom prst="rightArrow">
            <a:avLst/>
          </a:prstGeom>
          <a:solidFill>
            <a:srgbClr val="5B9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4636" y="173736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7463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37376" y="237744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4536" y="23774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StreamManager.sol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Arc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42248" y="3191256"/>
            <a:ext cx="420624" cy="292608"/>
          </a:xfrm>
          <a:prstGeom prst="rightArrow">
            <a:avLst/>
          </a:prstGeom>
          <a:solidFill>
            <a:srgbClr val="5B9B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73284" y="1737360"/>
            <a:ext cx="457200" cy="457200"/>
          </a:xfrm>
          <a:prstGeom prst="ellipse">
            <a:avLst/>
          </a:prstGeom>
          <a:solidFill>
            <a:srgbClr val="5B9B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2732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36024" y="237744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24406E"/>
          </a:solidFill>
          <a:ln w="12700">
            <a:solidFill>
              <a:srgbClr val="3A5C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3774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/ EURC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Memo contract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relayer only touches gasless withdrawFor calls — contractors who already hold USDC withdraw directly against StreamManager.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CC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mirrored client-side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frontend's streamedAsOf() reproduces StreamManager's multiply-before-divide formula exactly, so the live balance never drifts from what the contract will actually pay.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CC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Event-sourced dashboard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304495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lists come straight from StreamCreated logs plus streams() reads — no off-chain database to keep in sync or trust.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CC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batch-upload modes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3251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CSV (address, amount, days per row) for custom terms, or a plain wallet list that applies one uniform amount and duration to everyone.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45352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CC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Auto-chunked batches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45352" y="176479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above MAX_BATCH_SIZE (50) are split into sequential createBatch calls client-side — one wallet approval covers the whole run.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45352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CC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Clock-drift buffer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45352" y="304495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stream's startTime is set 60 seconds into the future, absorbing the gap between the user's clock and the block that actually lands.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45352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CC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Deployment-scoped log scans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45352" y="432511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queries start from the contract's deployment block, not genesis, keeping wallet history lookups fast as Arc's chain grows.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54480" y="3429000"/>
            <a:ext cx="9144000" cy="0"/>
          </a:xfrm>
          <a:prstGeom prst="line">
            <a:avLst/>
          </a:prstGeom>
          <a:noFill/>
          <a:ln w="25400">
            <a:solidFill>
              <a:srgbClr val="3A5C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2808" y="3310128"/>
            <a:ext cx="237744" cy="237744"/>
          </a:xfrm>
          <a:prstGeom prst="ellipse">
            <a:avLst/>
          </a:prstGeom>
          <a:solidFill>
            <a:srgbClr val="3FCCB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26 — repo linked,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shared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07608" y="3310128"/>
            <a:ext cx="237744" cy="237744"/>
          </a:xfrm>
          <a:prstGeom prst="ellipse">
            <a:avLst/>
          </a:prstGeom>
          <a:solidFill>
            <a:srgbClr val="5B9B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9 — MVP live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Arc Testnet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122408" y="3310128"/>
            <a:ext cx="237744" cy="237744"/>
          </a:xfrm>
          <a:prstGeom prst="ellipse">
            <a:avLst/>
          </a:prstGeom>
          <a:solidFill>
            <a:srgbClr val="5B9B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EURC auto-swap, compliance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multisig, mainnet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9202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788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EC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 — pay contractors by the second, on Arc.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02336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Mạnh Tạ (Lead)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getpayu.vercel.app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8463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github.com/manhtd2/payU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52578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DeFi — Build on Arc Hackathon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822</Words>
  <Application>Microsoft Office PowerPoint</Application>
  <PresentationFormat>Widescreen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2</cp:revision>
  <dcterms:created xsi:type="dcterms:W3CDTF">2026-07-31T18:45:44Z</dcterms:created>
  <dcterms:modified xsi:type="dcterms:W3CDTF">2026-07-31T18:48:07Z</dcterms:modified>
</cp:coreProperties>
</file>